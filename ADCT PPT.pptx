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-2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091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3603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863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4099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3024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23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936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859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00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7913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4310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934382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14939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9486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72419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3476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490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1716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62116"/>
            <a:ext cx="8229600" cy="1356852"/>
          </a:xfrm>
        </p:spPr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Neural Text Compression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10813"/>
            <a:ext cx="8229600" cy="4415350"/>
          </a:xfrm>
        </p:spPr>
        <p:txBody>
          <a:bodyPr>
            <a:normAutofit lnSpcReduction="10000"/>
          </a:bodyPr>
          <a:lstStyle/>
          <a:p>
            <a:r>
              <a:rPr sz="2400" dirty="0"/>
              <a:t>A Hybrid LSTM + Entropy Coding Framework</a:t>
            </a:r>
          </a:p>
          <a:p>
            <a:r>
              <a:rPr sz="2400" dirty="0"/>
              <a:t>Expanded Review Presentation</a:t>
            </a:r>
            <a:endParaRPr lang="en-IN" sz="2400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 algn="r">
              <a:buNone/>
            </a:pPr>
            <a:r>
              <a:rPr lang="en-IN" sz="2400" dirty="0"/>
              <a:t>VIJAYALAKSHMI G – 22MIC0082</a:t>
            </a:r>
          </a:p>
          <a:p>
            <a:pPr marL="0" indent="0" algn="r">
              <a:buNone/>
            </a:pPr>
            <a:r>
              <a:rPr lang="en-IN" sz="2400" dirty="0"/>
              <a:t>MYTHILI G – 22MID0301</a:t>
            </a:r>
          </a:p>
          <a:p>
            <a:pPr marL="0" indent="0" algn="r">
              <a:buNone/>
            </a:pPr>
            <a:r>
              <a:rPr lang="en-IN" sz="2400" dirty="0"/>
              <a:t>HEMASREE R – 22MID0303</a:t>
            </a:r>
          </a:p>
          <a:p>
            <a:pPr marL="0" indent="0" algn="r">
              <a:buNone/>
            </a:pPr>
            <a:r>
              <a:rPr lang="en-IN" sz="2400" dirty="0"/>
              <a:t>RAMYA M – 22MID0357</a:t>
            </a:r>
            <a:endParaRPr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265" y="1986115"/>
            <a:ext cx="6910089" cy="4262291"/>
          </a:xfrm>
        </p:spPr>
        <p:txBody>
          <a:bodyPr>
            <a:normAutofit/>
          </a:bodyPr>
          <a:lstStyle/>
          <a:p>
            <a:r>
              <a:rPr sz="2400" dirty="0"/>
              <a:t>Text data is rapidly increasing across cloud, messaging, NLP pipelines, and storage systems.</a:t>
            </a:r>
          </a:p>
          <a:p>
            <a:r>
              <a:rPr sz="2400" dirty="0"/>
              <a:t> Traditional compression relies on symbol frequency, but struggles with dynamic text patterns.</a:t>
            </a:r>
          </a:p>
          <a:p>
            <a:r>
              <a:rPr sz="2400" dirty="0"/>
              <a:t> Neural compression introduces context-aware prediction for better performance.</a:t>
            </a:r>
          </a:p>
          <a:p>
            <a:r>
              <a:rPr sz="2400" dirty="0"/>
              <a:t> Need for compression that balances accuracy, speed, and adaptability.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Compression Is Important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 Reduces required storage and cloud costs.</a:t>
            </a:r>
          </a:p>
          <a:p>
            <a:r>
              <a:rPr sz="2400" dirty="0"/>
              <a:t>Improves network transmission speed, especially in low‑bandwidth scenarios.</a:t>
            </a:r>
          </a:p>
          <a:p>
            <a:r>
              <a:rPr sz="2400" dirty="0"/>
              <a:t> Essential for mobile/IoT communication systems.</a:t>
            </a:r>
          </a:p>
          <a:p>
            <a:r>
              <a:rPr sz="2400" dirty="0"/>
              <a:t> Supports fast search, retrieval, and indexing in large text databases.</a:t>
            </a:r>
          </a:p>
          <a:p>
            <a:r>
              <a:rPr sz="2400" dirty="0"/>
              <a:t> Enables efficient backup, archiving, and large-scale NLP 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Limitations of Traditional Algorithms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 </a:t>
            </a:r>
            <a:r>
              <a:rPr sz="2400" dirty="0"/>
              <a:t>Huffman: Simple but only considers single-character frequency.</a:t>
            </a:r>
          </a:p>
          <a:p>
            <a:r>
              <a:rPr sz="2400" dirty="0"/>
              <a:t>Arithmetic Coding: High compression but sensitive to rounding errors.</a:t>
            </a:r>
          </a:p>
          <a:p>
            <a:r>
              <a:rPr sz="2400" dirty="0"/>
              <a:t> LZ77 / LZW: Works well for repetitive text, poor for high‑entropy sequences.</a:t>
            </a:r>
          </a:p>
          <a:p>
            <a:r>
              <a:rPr sz="2400" dirty="0"/>
              <a:t> DEFLATE: Combines LZ77 + Huffman; fast but limited adaptability.</a:t>
            </a:r>
          </a:p>
          <a:p>
            <a:r>
              <a:rPr sz="2400" dirty="0"/>
              <a:t>All assume fixed or slowly changing symbol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Rise of Neural Compression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651819"/>
            <a:ext cx="7054644" cy="4596587"/>
          </a:xfrm>
        </p:spPr>
        <p:txBody>
          <a:bodyPr>
            <a:normAutofit lnSpcReduction="10000"/>
          </a:bodyPr>
          <a:lstStyle/>
          <a:p>
            <a:r>
              <a:rPr sz="2400" dirty="0"/>
              <a:t> RNN/LSTM models capture long-range dependencies in text.</a:t>
            </a:r>
          </a:p>
          <a:p>
            <a:r>
              <a:rPr sz="2400" dirty="0"/>
              <a:t> Transformers capture global context using attention.</a:t>
            </a:r>
          </a:p>
          <a:p>
            <a:r>
              <a:rPr sz="2400" dirty="0"/>
              <a:t> Deep models learn probability distributions directly from raw data.</a:t>
            </a:r>
          </a:p>
          <a:p>
            <a:r>
              <a:rPr sz="2400" dirty="0"/>
              <a:t> Provide significantly higher compression in structured datasets.</a:t>
            </a:r>
          </a:p>
          <a:p>
            <a:r>
              <a:rPr sz="2400" dirty="0"/>
              <a:t> Neural compression adapts to complex language patterns better than classical methods.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Hybrid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0439" y="1661653"/>
            <a:ext cx="6978915" cy="4586754"/>
          </a:xfrm>
        </p:spPr>
        <p:txBody>
          <a:bodyPr>
            <a:normAutofit lnSpcReduction="10000"/>
          </a:bodyPr>
          <a:lstStyle/>
          <a:p>
            <a:r>
              <a:rPr sz="2400" dirty="0"/>
              <a:t>Pure neural compression is powerful but expensive to compute.</a:t>
            </a:r>
          </a:p>
          <a:p>
            <a:r>
              <a:rPr sz="2400" dirty="0"/>
              <a:t>Traditional entropy coding is fast but context-blind.</a:t>
            </a:r>
          </a:p>
          <a:p>
            <a:r>
              <a:rPr sz="2400" dirty="0"/>
              <a:t> Hybrid approach combines strengths:</a:t>
            </a:r>
          </a:p>
          <a:p>
            <a:r>
              <a:rPr sz="2400" dirty="0"/>
              <a:t>    Neural model → predicts next-token probabilities</a:t>
            </a:r>
          </a:p>
          <a:p>
            <a:r>
              <a:rPr sz="2400" dirty="0"/>
              <a:t>   Arithmetic coder → turns probabilities into optimal bit sequences</a:t>
            </a:r>
          </a:p>
          <a:p>
            <a:r>
              <a:rPr sz="2400" dirty="0"/>
              <a:t> Result: Higher compression with practical runtime performance.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(High-Level)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103" y="2212258"/>
            <a:ext cx="6959251" cy="4036148"/>
          </a:xfrm>
        </p:spPr>
        <p:txBody>
          <a:bodyPr>
            <a:normAutofit/>
          </a:bodyPr>
          <a:lstStyle/>
          <a:p>
            <a:r>
              <a:rPr sz="2400" dirty="0"/>
              <a:t>Input Text → Tokenizer → LSTM Predictor → Arithmetic Encoder → Compressed Output</a:t>
            </a:r>
          </a:p>
          <a:p>
            <a:r>
              <a:rPr sz="2400" dirty="0"/>
              <a:t>Tokenizer converts text to numerical IDs.</a:t>
            </a:r>
          </a:p>
          <a:p>
            <a:r>
              <a:rPr sz="2400" dirty="0"/>
              <a:t> LSTM learns context and outputs probability distribution.</a:t>
            </a:r>
          </a:p>
          <a:p>
            <a:r>
              <a:rPr sz="2400" dirty="0"/>
              <a:t> Arithmetic coder uses probabilities for near-optimal bit allocation.</a:t>
            </a:r>
          </a:p>
          <a:p>
            <a:r>
              <a:rPr sz="2400" dirty="0"/>
              <a:t> Produces compact binary output.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710" y="1681317"/>
            <a:ext cx="7054644" cy="4567090"/>
          </a:xfrm>
        </p:spPr>
        <p:txBody>
          <a:bodyPr>
            <a:normAutofit/>
          </a:bodyPr>
          <a:lstStyle/>
          <a:p>
            <a:r>
              <a:rPr sz="2400" dirty="0"/>
              <a:t>Converts characters into numerical tokens.</a:t>
            </a:r>
          </a:p>
          <a:p>
            <a:r>
              <a:rPr sz="2400" dirty="0"/>
              <a:t>Handles lowercase normalization, special tokens, punctuation, and unknown symbols.</a:t>
            </a:r>
          </a:p>
          <a:p>
            <a:r>
              <a:rPr sz="2400" dirty="0"/>
              <a:t> Ensures consistent mapping between encoding and decoding.</a:t>
            </a:r>
          </a:p>
          <a:p>
            <a:r>
              <a:rPr sz="2400" dirty="0"/>
              <a:t> Creates vocabulary used by the LSTM model.</a:t>
            </a:r>
          </a:p>
          <a:p>
            <a:r>
              <a:rPr sz="2400" dirty="0"/>
              <a:t> Essential first step for neural sequence processing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Predictor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103" y="1622323"/>
            <a:ext cx="6959251" cy="4626083"/>
          </a:xfrm>
        </p:spPr>
        <p:txBody>
          <a:bodyPr>
            <a:normAutofit/>
          </a:bodyPr>
          <a:lstStyle/>
          <a:p>
            <a:r>
              <a:rPr sz="2400" dirty="0"/>
              <a:t> Learns sequence patterns such as word structure, character flow, and natural language rules.</a:t>
            </a:r>
          </a:p>
          <a:p>
            <a:r>
              <a:rPr sz="2400" dirty="0"/>
              <a:t> Uses hidden states to preserve long-range dependencies.</a:t>
            </a:r>
          </a:p>
          <a:p>
            <a:r>
              <a:rPr sz="2400" dirty="0"/>
              <a:t> Attention improves accuracy by focusing on relevant prior positions.</a:t>
            </a:r>
          </a:p>
          <a:p>
            <a:r>
              <a:rPr sz="2400" dirty="0"/>
              <a:t> Outputs probability for each possible next symbol.</a:t>
            </a:r>
          </a:p>
          <a:p>
            <a:r>
              <a:rPr sz="2400" dirty="0"/>
              <a:t> These probabilities guide the entropy coder.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 Coding (Conceptual)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400" dirty="0"/>
              <a:t> Represents the entire text as a fractional number between 0 and 1.</a:t>
            </a:r>
          </a:p>
          <a:p>
            <a:r>
              <a:rPr sz="2400" dirty="0"/>
              <a:t>Allocates smaller intervals to more likely characters.</a:t>
            </a:r>
          </a:p>
          <a:p>
            <a:r>
              <a:rPr sz="2400" dirty="0"/>
              <a:t> Produces fewer bits for predictable patterns → better compression.</a:t>
            </a:r>
          </a:p>
          <a:p>
            <a:r>
              <a:rPr sz="2400" dirty="0"/>
              <a:t> Highly dependent on accuracy of probability distribution.</a:t>
            </a:r>
          </a:p>
          <a:p>
            <a:r>
              <a:rPr sz="2400" dirty="0"/>
              <a:t> Hybrid system improves compression due to neural-guided probability estimates.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Compression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9432" y="1853248"/>
            <a:ext cx="6919922" cy="4395158"/>
          </a:xfrm>
        </p:spPr>
        <p:txBody>
          <a:bodyPr>
            <a:normAutofit/>
          </a:bodyPr>
          <a:lstStyle/>
          <a:p>
            <a:r>
              <a:rPr sz="2400" dirty="0"/>
              <a:t>Raw Text: 100 KB</a:t>
            </a:r>
          </a:p>
          <a:p>
            <a:r>
              <a:rPr sz="2400" dirty="0"/>
              <a:t>Huffman Only → 56 KB (44% reduction)</a:t>
            </a:r>
          </a:p>
          <a:p>
            <a:r>
              <a:rPr sz="2400" dirty="0"/>
              <a:t>Huffman + Arithmetic → 42 KB (58% reduction)</a:t>
            </a:r>
          </a:p>
          <a:p>
            <a:r>
              <a:rPr sz="2400" dirty="0"/>
              <a:t>Hybrid LSTM + Arithmetic → 28 KB (72% reduction)</a:t>
            </a:r>
          </a:p>
          <a:p>
            <a:r>
              <a:rPr sz="2400" dirty="0"/>
              <a:t> Neural-assisted entropy coding achieves near Shannon Limit.</a:t>
            </a:r>
          </a:p>
          <a:p>
            <a:r>
              <a:rPr sz="2400" dirty="0"/>
              <a:t>Shows clear advantage over classical methods in adaptive text environments.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Observations and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8426" y="1740311"/>
            <a:ext cx="6860928" cy="4508096"/>
          </a:xfrm>
        </p:spPr>
        <p:txBody>
          <a:bodyPr>
            <a:normAutofit/>
          </a:bodyPr>
          <a:lstStyle/>
          <a:p>
            <a:r>
              <a:rPr sz="2400" dirty="0"/>
              <a:t>LSTM model learns sequential relationships that simple frequency methods cannot.</a:t>
            </a:r>
          </a:p>
          <a:p>
            <a:r>
              <a:rPr sz="2400" dirty="0"/>
              <a:t> Attention mechanism improves modeling of unpredictable text sequences.</a:t>
            </a:r>
          </a:p>
          <a:p>
            <a:r>
              <a:rPr sz="2400" dirty="0"/>
              <a:t> Arithmetic encoder benefits significantly from accurate predictions.</a:t>
            </a:r>
          </a:p>
          <a:p>
            <a:r>
              <a:rPr sz="2400" dirty="0"/>
              <a:t> Hybrid model reduces bits-per-character more effectively than standalone methods.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 Identified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761" y="1853249"/>
            <a:ext cx="6880593" cy="4395158"/>
          </a:xfrm>
        </p:spPr>
        <p:txBody>
          <a:bodyPr>
            <a:normAutofit/>
          </a:bodyPr>
          <a:lstStyle/>
          <a:p>
            <a:r>
              <a:rPr sz="2400" dirty="0"/>
              <a:t>Neural models require training time and GPU support.</a:t>
            </a:r>
          </a:p>
          <a:p>
            <a:r>
              <a:rPr sz="2400" dirty="0"/>
              <a:t> Large LSTM models increase memory usage.</a:t>
            </a:r>
          </a:p>
          <a:p>
            <a:r>
              <a:rPr sz="2400" dirty="0"/>
              <a:t>Arithmetic coding needs careful precision handling.</a:t>
            </a:r>
          </a:p>
          <a:p>
            <a:r>
              <a:rPr sz="2400" dirty="0"/>
              <a:t> Risk of underflow / overflow if not normalized.</a:t>
            </a:r>
          </a:p>
          <a:p>
            <a:r>
              <a:rPr sz="2400" dirty="0"/>
              <a:t> Balancing compression ratio and computation cost remains a challenge.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755" y="1769807"/>
            <a:ext cx="6821599" cy="4478600"/>
          </a:xfrm>
        </p:spPr>
        <p:txBody>
          <a:bodyPr>
            <a:normAutofit/>
          </a:bodyPr>
          <a:lstStyle/>
          <a:p>
            <a:r>
              <a:rPr sz="2400" dirty="0"/>
              <a:t> Hybrid neural–entropy framework improves text compression significantly.</a:t>
            </a:r>
          </a:p>
          <a:p>
            <a:r>
              <a:rPr sz="2400" dirty="0"/>
              <a:t> Combines context sensitivity of LSTMs with efficiency of arithmetic coding.</a:t>
            </a:r>
          </a:p>
          <a:p>
            <a:r>
              <a:rPr sz="2400" dirty="0"/>
              <a:t> Achieves higher compression ratios while staying computationally manageable.</a:t>
            </a:r>
          </a:p>
          <a:p>
            <a:r>
              <a:rPr sz="2400" dirty="0"/>
              <a:t> Suitable for real-world systems requiring adaptive compression.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Extensions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1853249"/>
            <a:ext cx="6711654" cy="4395158"/>
          </a:xfrm>
        </p:spPr>
        <p:txBody>
          <a:bodyPr>
            <a:normAutofit/>
          </a:bodyPr>
          <a:lstStyle/>
          <a:p>
            <a:r>
              <a:rPr sz="2400" dirty="0"/>
              <a:t>Replace LSTM with Transformer for better global context modeling.</a:t>
            </a:r>
          </a:p>
          <a:p>
            <a:r>
              <a:rPr sz="2400" dirty="0"/>
              <a:t> Apply to multi-language datasets for multilingual compression.</a:t>
            </a:r>
          </a:p>
          <a:p>
            <a:r>
              <a:rPr sz="2400" dirty="0"/>
              <a:t> Expand to images, logs, and mixed data types.</a:t>
            </a:r>
          </a:p>
          <a:p>
            <a:r>
              <a:rPr sz="2400" dirty="0"/>
              <a:t> Integrate quantization and pruning to reduce model size.</a:t>
            </a:r>
          </a:p>
          <a:p>
            <a:r>
              <a:rPr sz="2400" dirty="0"/>
              <a:t> Improve real-time decoding performance for deployment.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779</Words>
  <Application>Microsoft Office PowerPoint</Application>
  <PresentationFormat>On-screen Show (4:3)</PresentationFormat>
  <Paragraphs>94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Century Gothic</vt:lpstr>
      <vt:lpstr>Times New Roman</vt:lpstr>
      <vt:lpstr>Wingdings 3</vt:lpstr>
      <vt:lpstr>Ion</vt:lpstr>
      <vt:lpstr>Neural Text Compression </vt:lpstr>
      <vt:lpstr>        Problem Overview</vt:lpstr>
      <vt:lpstr>Why Compression Is Important</vt:lpstr>
      <vt:lpstr>Limitations of Traditional Algorithms</vt:lpstr>
      <vt:lpstr>Rise of Neural Compression</vt:lpstr>
      <vt:lpstr>Why Hybrid Framework</vt:lpstr>
      <vt:lpstr>System Architecture (High-Level)</vt:lpstr>
      <vt:lpstr>             Tokenizer</vt:lpstr>
      <vt:lpstr>       LSTM Predictor </vt:lpstr>
      <vt:lpstr>Arithmetic Coding (Conceptual)</vt:lpstr>
      <vt:lpstr>Compression Performance</vt:lpstr>
      <vt:lpstr>Observations and Insights</vt:lpstr>
      <vt:lpstr>Challenges Identified</vt:lpstr>
      <vt:lpstr>Conclusion</vt:lpstr>
      <vt:lpstr>Future Extensions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KUMARAN MOHAN</dc:creator>
  <cp:keywords/>
  <dc:description>generated using python-pptx</dc:description>
  <cp:lastModifiedBy>KUMARAN MOHAN</cp:lastModifiedBy>
  <cp:revision>2</cp:revision>
  <dcterms:created xsi:type="dcterms:W3CDTF">2013-01-27T09:14:16Z</dcterms:created>
  <dcterms:modified xsi:type="dcterms:W3CDTF">2025-11-14T15:03:12Z</dcterms:modified>
  <cp:category/>
</cp:coreProperties>
</file>